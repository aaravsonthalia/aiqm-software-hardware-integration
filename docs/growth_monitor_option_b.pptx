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AIQM GROWTH MONITOR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B: Local Deployment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Bulbasaur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autonomous MBE growth via RHEED classification,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temperature policy, and PID-controlled OWON power supply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Lab  /  Meng Group Collaboration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— March 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Operating Modes for MBE Growth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switching between human-driven and autonomous operation.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Human-Driven Growth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lab PSU (not programmable)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RHEED on kSA screen, pyrometer on TemperaSure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watches patterns, adjusts temperature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is not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AI-SCIENTIST MODE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Closed-Loop Autonomous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OWON PSU swapped in (programmable, serial)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RHEED frames streamed to Classifier2 ML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policy decides temperature adjustments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loop drives OWON, human can override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645920"/>
            <a:ext cx="100584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Run Everything on the Lab PC?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AI-Scientist mode requires direct access to three hardware interfaces on the same machine.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OWON PSU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voltage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substrate heater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260604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Pyrometer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COM4 / Modbus RTU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feedback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RL + PID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RHEED Camera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Screen Grab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false-color LUT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interfaces are physically connected to Bulbasaur. No remote architecture can control the OWON PSU or read COM4 directly. The GUI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on the lab PC.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TeamViewer screen grab (lossy, high latency), Frame Server (still needs Python + can't control PSU), Direct GigE (conflicts with kSA)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Topology — Bulbasaur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486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00" cy="54864"/>
          </a:xfrm>
          <a:prstGeom prst="rect">
            <a:avLst/>
          </a:prstGeom>
          <a:solidFill>
            <a:srgbClr val="0C1B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BULBASAUR  —  MBE Lab PC (Windows)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728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400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RHEED display — window: "AVT Manta_G Live Video"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109728" cy="2743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TemperaSure 5.7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Pyrometer GUI — BASF TemperaSure 5.7.0.4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69464"/>
            <a:ext cx="109728" cy="2743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69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COM4 (PL2303GS)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569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RS-422 to BASF Exactus pyrometer via IFD-5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08376"/>
            <a:ext cx="109728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3008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Vision Manta G-033B (656x492, mono, 12-bit)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47288"/>
            <a:ext cx="109728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OWON PSU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— swapped in for AI-Scientist mode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109728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GUI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installed — Growth Monitor + Classifier2 + PID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(MPS GPU)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GUI + drivers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artifacts to Bulbasaur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383280"/>
            <a:ext cx="256032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model +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USB drive or network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205.208.25.122 (campus) — Remote: TeamViewer only (monitoring, not control)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Built So Far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(DONE)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ABCs (camera, pyrometer) + 3 implementations each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tabs: RHEED, Pyrometer, PSU, Thermocouple, Dashboard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Monitor dashboard with human classification sliders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auto-capture (intensity change detection)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auto-capture (classification JS-divergence)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ClassifierBridge — loads Classifier2, expose classify(frame)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 (sensor CSV, commit CSV, frame PNGs)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GrowthApp orchestrator (ARM/DISARM/START/STOP)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CLASSIFIER2 (TRAINED)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ideal-split accuracy (30/30)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pairwise holdout (159 ideal images)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classes: (1x1), Tw(2x1), c(6x2), rt13, HTR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inference: ~80 ms/frame (ResNet18, 11.3M params)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337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333756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 installed on Bulbasaur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RHEED gun down — no live camera testing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Pyrometer was off during last visit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AI-Scientist Mode: Full Closed-Loop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ms per cycle  |  1 FPS target  |  All local on Bulbasaur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1005840"/>
          </a:xfrm>
          <a:prstGeom prst="rect">
            <a:avLst/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Grab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73736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234440"/>
            <a:ext cx="1463040" cy="1005840"/>
          </a:xfrm>
          <a:prstGeom prst="rect">
            <a:avLst/>
          </a:prstGeom>
          <a:solidFill>
            <a:srgbClr val="2B6CB0">
              <a:alpha val="15000"/>
            </a:srgbClr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73736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234440"/>
            <a:ext cx="1463040" cy="1005840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73736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234440"/>
            <a:ext cx="1463040" cy="1005840"/>
          </a:xfrm>
          <a:prstGeom prst="rect">
            <a:avLst/>
          </a:prstGeom>
          <a:solidFill>
            <a:srgbClr val="14B8A6">
              <a:alpha val="15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73736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234440"/>
            <a:ext cx="1463040" cy="1005840"/>
          </a:xfrm>
          <a:prstGeom prst="rect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 Write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859536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108960"/>
            <a:ext cx="2011680" cy="1645920"/>
          </a:xfrm>
          <a:prstGeom prst="rect">
            <a:avLst/>
          </a:prstGeom>
          <a:solidFill>
            <a:srgbClr val="2B6CB0">
              <a:alpha val="1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Pyrometer (COM4)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RTU, ~20 ms read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feedback to RL + PID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108960"/>
            <a:ext cx="2011680" cy="164592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OWON PSU (USB)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write, ~10 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to substrate heater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108960"/>
            <a:ext cx="2011680" cy="164592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1/2/3 detectors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frames + CSVs to session folder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3108960"/>
            <a:ext cx="2011680" cy="1645920"/>
          </a:xfrm>
          <a:prstGeom prst="rect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Monitor GUI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at any time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bar, classification, BAD indicator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Classification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155448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Frame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(656x492 RGB)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False-color LUT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0240" y="155448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09728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94560" y="1097280"/>
            <a:ext cx="155448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49040" y="155448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9728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1097280"/>
            <a:ext cx="1554480" cy="457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(512-dim)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77840" y="155448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09728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097280"/>
            <a:ext cx="1554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&gt; 256 &gt;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06640" y="1554480"/>
            <a:ext cx="6400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09728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097280"/>
            <a:ext cx="15544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159 ideal refs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377440"/>
            <a:ext cx="841248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2608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971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predicted_class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of 5 win-rates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"c(6x2)"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14600" y="292608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06040" y="2971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classification_scores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probabilities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(1x1, Tw, c6x2, rt13, HTR)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92608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2971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is_bad + bad_confidence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18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reference images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12280" y="292608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03720" y="2971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scalar,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surface quality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reward model trained on 678 pairwise human comparisons + 159 ideal images across 5 reconstruction types. Model was trained on kSA false-color screenshots — screen grab on Bulbasaur produces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to training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Budget — 1 FPS Closed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loop: ~120 ms per cycle on CPU. Target: 1 frame per second (plenty of headroom).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99607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5996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599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14007" y="1554480"/>
            <a:ext cx="1199213" cy="7315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1514007" y="1600200"/>
            <a:ext cx="11992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14007" y="1993392"/>
            <a:ext cx="1199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13220" y="1554480"/>
            <a:ext cx="4796852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13220" y="1600200"/>
            <a:ext cx="47968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13220" y="1993392"/>
            <a:ext cx="4796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10072" y="1554480"/>
            <a:ext cx="320040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510072" y="16002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10072" y="1993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30112" y="1554480"/>
            <a:ext cx="659567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7830112" y="1600200"/>
            <a:ext cx="6595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30112" y="1993392"/>
            <a:ext cx="659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Footprint on Bulbasaur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315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install (winget / embeddable zip)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7315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CPU-only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CUDA/MPS needed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7315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+ deps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7315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best_model.pth + ideal reference images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~350 MB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Plan —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41148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permission to install Python on Bulbasaur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install via winget, MS Store, or embeddable zip (no admin needed)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02920" cy="4114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AIQM repo + copy model artifacts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git or USB drive. Include best_model.pth and 159 ideal reference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02920" cy="4114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dependencies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PyQt6, torch (CPU-only), pymodbus, mss, pillow, numpy — all pure pip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502920" cy="4114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OWON PSU via USB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serial port detection and PID loop on Bulbasaur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502920" cy="4114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pyrometer serial (COM4)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 read when pyrometer is powered on — driver already written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502920" cy="41148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kSA screen grab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ScreenGrabCamera captures RHEED window natively at full resolution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502920" cy="41148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97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RHEED + pyrometer + Classifier2 + OWON PID + auto-capture logging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blocker: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— everything else is ready to go once Python is on Bulbasaur.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Normal (human) and AI-Scientist (closed-loop autonomous)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is the only viable architecture — all hardware is on Bulbasaur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built and Classifier2 is trained (100% ideal-split accuracy)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loop budget: ~120 ms/cycle, well within 1 FPS target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blocker: permission to install Python on Bulbasaur (~350 MB)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Lab  /  Meng Group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AIQM Growth Monitor — Option B Architecture</dc:title>
  <dc:subject>PptxGenJS Presentation</dc:subject>
  <dc:creator>AJ — Yang Lab / Meng Group</dc:creator>
  <cp:lastModifiedBy>AJ — Yang Lab / Meng Group</cp:lastModifiedBy>
  <cp:revision>1</cp:revision>
  <dcterms:created xsi:type="dcterms:W3CDTF">2026-03-06T21:25:40Z</dcterms:created>
  <dcterms:modified xsi:type="dcterms:W3CDTF">2026-03-06T21:25:40Z</dcterms:modified>
</cp:coreProperties>
</file>